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Archivo Light"/>
      <p:regular r:id="rId18"/>
      <p:bold r:id="rId19"/>
      <p:italic r:id="rId20"/>
      <p:boldItalic r:id="rId21"/>
    </p:embeddedFont>
    <p:embeddedFont>
      <p:font typeface="Archivo ExtraLight"/>
      <p:regular r:id="rId22"/>
      <p:bold r:id="rId23"/>
      <p:italic r:id="rId24"/>
      <p:boldItalic r:id="rId25"/>
    </p:embeddedFont>
    <p:embeddedFont>
      <p:font typeface="Noto Sans"/>
      <p:regular r:id="rId26"/>
      <p:bold r:id="rId27"/>
      <p:italic r:id="rId28"/>
      <p:boldItalic r:id="rId29"/>
    </p:embeddedFont>
    <p:embeddedFont>
      <p:font typeface="Google Sans Medium"/>
      <p:regular r:id="rId30"/>
      <p:bold r:id="rId31"/>
      <p:italic r:id="rId32"/>
      <p:boldItalic r:id="rId33"/>
    </p:embeddedFont>
    <p:embeddedFont>
      <p:font typeface="Google Sans"/>
      <p:regular r:id="rId34"/>
      <p:bold r:id="rId35"/>
      <p:italic r:id="rId36"/>
      <p:boldItalic r:id="rId37"/>
    </p:embeddedFont>
    <p:embeddedFont>
      <p:font typeface="Archivo Black"/>
      <p:regular r:id="rId38"/>
    </p:embeddedFont>
    <p:embeddedFont>
      <p:font typeface="Archivo"/>
      <p:regular r:id="rId39"/>
      <p:bold r:id="rId40"/>
      <p:italic r:id="rId41"/>
      <p:boldItalic r:id="rId42"/>
    </p:embeddedFont>
    <p:embeddedFont>
      <p:font typeface="Archivo SemiBold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chivo-bold.fntdata"/><Relationship Id="rId20" Type="http://schemas.openxmlformats.org/officeDocument/2006/relationships/font" Target="fonts/ArchivoLight-italic.fntdata"/><Relationship Id="rId42" Type="http://schemas.openxmlformats.org/officeDocument/2006/relationships/font" Target="fonts/Archivo-boldItalic.fntdata"/><Relationship Id="rId41" Type="http://schemas.openxmlformats.org/officeDocument/2006/relationships/font" Target="fonts/Archivo-italic.fntdata"/><Relationship Id="rId22" Type="http://schemas.openxmlformats.org/officeDocument/2006/relationships/font" Target="fonts/ArchivoExtraLight-regular.fntdata"/><Relationship Id="rId44" Type="http://schemas.openxmlformats.org/officeDocument/2006/relationships/font" Target="fonts/ArchivoSemiBold-bold.fntdata"/><Relationship Id="rId21" Type="http://schemas.openxmlformats.org/officeDocument/2006/relationships/font" Target="fonts/ArchivoLight-boldItalic.fntdata"/><Relationship Id="rId43" Type="http://schemas.openxmlformats.org/officeDocument/2006/relationships/font" Target="fonts/ArchivoSemiBold-regular.fntdata"/><Relationship Id="rId24" Type="http://schemas.openxmlformats.org/officeDocument/2006/relationships/font" Target="fonts/ArchivoExtraLight-italic.fntdata"/><Relationship Id="rId46" Type="http://schemas.openxmlformats.org/officeDocument/2006/relationships/font" Target="fonts/ArchivoSemiBold-boldItalic.fntdata"/><Relationship Id="rId23" Type="http://schemas.openxmlformats.org/officeDocument/2006/relationships/font" Target="fonts/ArchivoExtraLight-bold.fntdata"/><Relationship Id="rId45" Type="http://schemas.openxmlformats.org/officeDocument/2006/relationships/font" Target="fonts/Archivo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otoSans-regular.fntdata"/><Relationship Id="rId25" Type="http://schemas.openxmlformats.org/officeDocument/2006/relationships/font" Target="fonts/ArchivoExtraLight-boldItalic.fntdata"/><Relationship Id="rId28" Type="http://schemas.openxmlformats.org/officeDocument/2006/relationships/font" Target="fonts/NotoSans-italic.fntdata"/><Relationship Id="rId27" Type="http://schemas.openxmlformats.org/officeDocument/2006/relationships/font" Target="fonts/Noto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oto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oogleSansMedium-bold.fntdata"/><Relationship Id="rId30" Type="http://schemas.openxmlformats.org/officeDocument/2006/relationships/font" Target="fonts/GoogleSansMedium-regular.fntdata"/><Relationship Id="rId11" Type="http://schemas.openxmlformats.org/officeDocument/2006/relationships/slide" Target="slides/slide6.xml"/><Relationship Id="rId33" Type="http://schemas.openxmlformats.org/officeDocument/2006/relationships/font" Target="fonts/GoogleSans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GoogleSansMedium-italic.fntdata"/><Relationship Id="rId13" Type="http://schemas.openxmlformats.org/officeDocument/2006/relationships/slide" Target="slides/slide8.xml"/><Relationship Id="rId35" Type="http://schemas.openxmlformats.org/officeDocument/2006/relationships/font" Target="fonts/GoogleSans-bold.fntdata"/><Relationship Id="rId12" Type="http://schemas.openxmlformats.org/officeDocument/2006/relationships/slide" Target="slides/slide7.xml"/><Relationship Id="rId34" Type="http://schemas.openxmlformats.org/officeDocument/2006/relationships/font" Target="fonts/GoogleSans-regular.fntdata"/><Relationship Id="rId15" Type="http://schemas.openxmlformats.org/officeDocument/2006/relationships/slide" Target="slides/slide10.xml"/><Relationship Id="rId37" Type="http://schemas.openxmlformats.org/officeDocument/2006/relationships/font" Target="fonts/GoogleSans-boldItalic.fntdata"/><Relationship Id="rId14" Type="http://schemas.openxmlformats.org/officeDocument/2006/relationships/slide" Target="slides/slide9.xml"/><Relationship Id="rId36" Type="http://schemas.openxmlformats.org/officeDocument/2006/relationships/font" Target="fonts/GoogleSans-italic.fntdata"/><Relationship Id="rId17" Type="http://schemas.openxmlformats.org/officeDocument/2006/relationships/slide" Target="slides/slide12.xml"/><Relationship Id="rId39" Type="http://schemas.openxmlformats.org/officeDocument/2006/relationships/font" Target="fonts/Archivo-regular.fntdata"/><Relationship Id="rId16" Type="http://schemas.openxmlformats.org/officeDocument/2006/relationships/slide" Target="slides/slide11.xml"/><Relationship Id="rId38" Type="http://schemas.openxmlformats.org/officeDocument/2006/relationships/font" Target="fonts/ArchivoBlack-regular.fntdata"/><Relationship Id="rId19" Type="http://schemas.openxmlformats.org/officeDocument/2006/relationships/font" Target="fonts/ArchivoLight-bold.fntdata"/><Relationship Id="rId18" Type="http://schemas.openxmlformats.org/officeDocument/2006/relationships/font" Target="fonts/Archivo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7265358298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7265358298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265358298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265358298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265358298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7265358298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265358298_0_3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7265358298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265358298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265358298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265358298_0_1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7265358298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61c53ee9c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661c53ee9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5b00ccb7a05b85e1_12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h5b00ccb7a05b85e1_12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5b00ccb7a05b85e1_12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5b00ccb7a05b85e1_1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5b00ccb7a05b85e1_12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h5b00ccb7a05b85e1_12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5b00ccb7a05b85e1_12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h5b00ccb7a05b85e1_1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5b00ccb7a05b85e1_12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5b00ccb7a05b85e1_1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0" y="2574325"/>
            <a:ext cx="18288000" cy="70257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6" name="Google Shape;16;p2"/>
          <p:cNvSpPr txBox="1"/>
          <p:nvPr>
            <p:ph type="title"/>
          </p:nvPr>
        </p:nvSpPr>
        <p:spPr>
          <a:xfrm>
            <a:off x="742700" y="319225"/>
            <a:ext cx="11248500" cy="18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oto Sans"/>
              <a:buNone/>
              <a:defRPr b="1" i="0" sz="4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oto Sans"/>
              <a:buNone/>
              <a:defRPr b="1" sz="4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oto Sans"/>
              <a:buNone/>
              <a:defRPr b="1" sz="4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oto Sans"/>
              <a:buNone/>
              <a:defRPr b="1" sz="4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oto Sans"/>
              <a:buNone/>
              <a:defRPr b="1" sz="4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oto Sans"/>
              <a:buNone/>
              <a:defRPr b="1" sz="4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oto Sans"/>
              <a:buNone/>
              <a:defRPr b="1" sz="4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oto Sans"/>
              <a:buNone/>
              <a:defRPr b="1" sz="4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oto Sans"/>
              <a:buNone/>
              <a:defRPr b="1" sz="4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2018" t="0"/>
          <a:stretch/>
        </p:blipFill>
        <p:spPr>
          <a:xfrm>
            <a:off x="11507300" y="361000"/>
            <a:ext cx="6780698" cy="167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/>
          <p:nvPr/>
        </p:nvSpPr>
        <p:spPr>
          <a:xfrm>
            <a:off x="75" y="9431625"/>
            <a:ext cx="18288000" cy="855300"/>
          </a:xfrm>
          <a:prstGeom prst="rect">
            <a:avLst/>
          </a:prstGeom>
          <a:solidFill>
            <a:srgbClr val="3BD8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5247750" y="9497857"/>
            <a:ext cx="7792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12"/>
              <a:buFont typeface="Arial"/>
              <a:buNone/>
            </a:pPr>
            <a:r>
              <a:rPr lang="en-US" sz="1413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WordCamp Guate 2026</a:t>
            </a:r>
            <a:endParaRPr sz="1213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b="0" l="0" r="0" t="52903"/>
          <a:stretch/>
        </p:blipFill>
        <p:spPr>
          <a:xfrm>
            <a:off x="0" y="9319048"/>
            <a:ext cx="18287999" cy="17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imagen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9525000" y="0"/>
            <a:ext cx="8763000" cy="102870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3" name="Google Shape;23;p3"/>
          <p:cNvSpPr/>
          <p:nvPr>
            <p:ph idx="2" type="pic"/>
          </p:nvPr>
        </p:nvSpPr>
        <p:spPr>
          <a:xfrm>
            <a:off x="10203000" y="1072800"/>
            <a:ext cx="7407000" cy="8141400"/>
          </a:xfrm>
          <a:prstGeom prst="roundRect">
            <a:avLst>
              <a:gd fmla="val 5260" name="adj"/>
            </a:avLst>
          </a:prstGeom>
          <a:noFill/>
          <a:ln>
            <a:noFill/>
          </a:ln>
        </p:spPr>
      </p:sp>
      <p:pic>
        <p:nvPicPr>
          <p:cNvPr id="24" name="Google Shape;24;p3"/>
          <p:cNvPicPr preferRelativeResize="0"/>
          <p:nvPr/>
        </p:nvPicPr>
        <p:blipFill rotWithShape="1">
          <a:blip r:embed="rId2">
            <a:alphaModFix/>
          </a:blip>
          <a:srcRect b="64386" l="3563" r="8463" t="-26475"/>
          <a:stretch/>
        </p:blipFill>
        <p:spPr>
          <a:xfrm>
            <a:off x="0" y="4577100"/>
            <a:ext cx="9524998" cy="570990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-1575225" y="9654357"/>
            <a:ext cx="7792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12"/>
              <a:buFont typeface="Arial"/>
              <a:buNone/>
            </a:pPr>
            <a:r>
              <a:rPr lang="en-US" sz="1413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WordCamp Guate 2026</a:t>
            </a:r>
            <a:endParaRPr sz="1213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0" r="0" t="52903"/>
          <a:stretch/>
        </p:blipFill>
        <p:spPr>
          <a:xfrm rot="10800000">
            <a:off x="0" y="-31490"/>
            <a:ext cx="18287999" cy="34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4">
            <a:alphaModFix/>
          </a:blip>
          <a:srcRect b="20439" l="0" r="0" t="0"/>
          <a:stretch/>
        </p:blipFill>
        <p:spPr>
          <a:xfrm>
            <a:off x="6427050" y="7586200"/>
            <a:ext cx="2754751" cy="270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1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0" r="0" t="52903"/>
          <a:stretch/>
        </p:blipFill>
        <p:spPr>
          <a:xfrm>
            <a:off x="0" y="19997"/>
            <a:ext cx="18287999" cy="34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"/>
          <p:cNvPicPr preferRelativeResize="0"/>
          <p:nvPr/>
        </p:nvPicPr>
        <p:blipFill rotWithShape="1">
          <a:blip r:embed="rId3">
            <a:alphaModFix/>
          </a:blip>
          <a:srcRect b="21586" l="0" r="8458" t="-26474"/>
          <a:stretch/>
        </p:blipFill>
        <p:spPr>
          <a:xfrm>
            <a:off x="8120975" y="0"/>
            <a:ext cx="10167099" cy="9895026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75" y="9431625"/>
            <a:ext cx="18288000" cy="855300"/>
          </a:xfrm>
          <a:prstGeom prst="rect">
            <a:avLst/>
          </a:prstGeom>
          <a:solidFill>
            <a:srgbClr val="3BD8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2">
  <p:cSld name="TWO_OBJECTS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 rotWithShape="1">
          <a:blip r:embed="rId2">
            <a:alphaModFix/>
          </a:blip>
          <a:srcRect b="0" l="0" r="0" t="52903"/>
          <a:stretch/>
        </p:blipFill>
        <p:spPr>
          <a:xfrm>
            <a:off x="0" y="19997"/>
            <a:ext cx="18287999" cy="34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5"/>
          <p:cNvPicPr preferRelativeResize="0"/>
          <p:nvPr/>
        </p:nvPicPr>
        <p:blipFill rotWithShape="1">
          <a:blip r:embed="rId3">
            <a:alphaModFix/>
          </a:blip>
          <a:srcRect b="32913" l="0" r="20616" t="0"/>
          <a:stretch/>
        </p:blipFill>
        <p:spPr>
          <a:xfrm>
            <a:off x="10065625" y="1722725"/>
            <a:ext cx="8222451" cy="8564274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/>
          <p:nvPr/>
        </p:nvSpPr>
        <p:spPr>
          <a:xfrm>
            <a:off x="75" y="9431625"/>
            <a:ext cx="18288000" cy="855300"/>
          </a:xfrm>
          <a:prstGeom prst="rect">
            <a:avLst/>
          </a:prstGeom>
          <a:solidFill>
            <a:srgbClr val="3BD8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2 1">
  <p:cSld name="TWO_OBJECTS_1_2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 rotWithShape="1">
          <a:blip r:embed="rId2">
            <a:alphaModFix/>
          </a:blip>
          <a:srcRect b="32913" l="0" r="20616" t="0"/>
          <a:stretch/>
        </p:blipFill>
        <p:spPr>
          <a:xfrm>
            <a:off x="13058225" y="3984350"/>
            <a:ext cx="5229850" cy="544727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75" y="9431625"/>
            <a:ext cx="18288000" cy="855300"/>
          </a:xfrm>
          <a:prstGeom prst="rect">
            <a:avLst/>
          </a:prstGeom>
          <a:solidFill>
            <a:srgbClr val="3BD8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39" name="Google Shape;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70600" y="1235675"/>
            <a:ext cx="4005098" cy="1612249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/>
          <p:nvPr/>
        </p:nvSpPr>
        <p:spPr>
          <a:xfrm>
            <a:off x="0" y="20000"/>
            <a:ext cx="12588600" cy="10266900"/>
          </a:xfrm>
          <a:prstGeom prst="roundRect">
            <a:avLst>
              <a:gd fmla="val 0" name="adj"/>
            </a:avLst>
          </a:prstGeom>
          <a:solidFill>
            <a:srgbClr val="F8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41" name="Google Shape;41;p6"/>
          <p:cNvPicPr preferRelativeResize="0"/>
          <p:nvPr/>
        </p:nvPicPr>
        <p:blipFill rotWithShape="1">
          <a:blip r:embed="rId4">
            <a:alphaModFix/>
          </a:blip>
          <a:srcRect b="0" l="0" r="0" t="52903"/>
          <a:stretch/>
        </p:blipFill>
        <p:spPr>
          <a:xfrm>
            <a:off x="0" y="19997"/>
            <a:ext cx="18287999" cy="340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/>
        </p:nvSpPr>
        <p:spPr>
          <a:xfrm>
            <a:off x="12588600" y="9676725"/>
            <a:ext cx="569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12"/>
              <a:buFont typeface="Arial"/>
              <a:buNone/>
            </a:pPr>
            <a:r>
              <a:rPr lang="en-US" sz="1413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WordCamp Guate 2026</a:t>
            </a:r>
            <a:endParaRPr sz="1213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>
  <p:cSld name="TWO_OBJECTS_1_1">
    <p:bg>
      <p:bgPr>
        <a:solidFill>
          <a:srgbClr val="3BD8F2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0" y="0"/>
            <a:ext cx="18288000" cy="88635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45" name="Google Shape;45;p7"/>
          <p:cNvSpPr txBox="1"/>
          <p:nvPr/>
        </p:nvSpPr>
        <p:spPr>
          <a:xfrm>
            <a:off x="5247750" y="9497857"/>
            <a:ext cx="7792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12"/>
              <a:buFont typeface="Arial"/>
              <a:buNone/>
            </a:pPr>
            <a:r>
              <a:rPr lang="en-US" sz="1413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WordCamp Guate 2026</a:t>
            </a:r>
            <a:endParaRPr sz="1213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46" name="Google Shape;46;p7"/>
          <p:cNvPicPr preferRelativeResize="0"/>
          <p:nvPr/>
        </p:nvPicPr>
        <p:blipFill rotWithShape="1">
          <a:blip r:embed="rId2">
            <a:alphaModFix/>
          </a:blip>
          <a:srcRect b="0" l="0" r="0" t="52903"/>
          <a:stretch/>
        </p:blipFill>
        <p:spPr>
          <a:xfrm rot="10800000">
            <a:off x="0" y="8863488"/>
            <a:ext cx="18287999" cy="32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7"/>
          <p:cNvPicPr preferRelativeResize="0"/>
          <p:nvPr/>
        </p:nvPicPr>
        <p:blipFill rotWithShape="1">
          <a:blip r:embed="rId3">
            <a:alphaModFix/>
          </a:blip>
          <a:srcRect b="73516" l="0" r="2153" t="0"/>
          <a:stretch/>
        </p:blipFill>
        <p:spPr>
          <a:xfrm>
            <a:off x="13012350" y="9073825"/>
            <a:ext cx="5275650" cy="1213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 1">
  <p:cSld name="TWO_OBJECTS_1_1_1">
    <p:bg>
      <p:bgPr>
        <a:solidFill>
          <a:srgbClr val="F8FA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/>
        </p:nvSpPr>
        <p:spPr>
          <a:xfrm>
            <a:off x="1437750" y="9497869"/>
            <a:ext cx="7792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12"/>
              <a:buFont typeface="Arial"/>
              <a:buNone/>
            </a:pPr>
            <a:r>
              <a:rPr lang="en-US" sz="1413">
                <a:solidFill>
                  <a:srgbClr val="3055F2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WordCamp Guate 2026</a:t>
            </a:r>
            <a:endParaRPr sz="1213">
              <a:solidFill>
                <a:srgbClr val="3055F2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50" name="Google Shape;50;p8"/>
          <p:cNvPicPr preferRelativeResize="0"/>
          <p:nvPr/>
        </p:nvPicPr>
        <p:blipFill rotWithShape="1">
          <a:blip r:embed="rId2">
            <a:alphaModFix/>
          </a:blip>
          <a:srcRect b="0" l="0" r="0" t="52903"/>
          <a:stretch/>
        </p:blipFill>
        <p:spPr>
          <a:xfrm rot="10800000">
            <a:off x="0" y="-12"/>
            <a:ext cx="18287999" cy="32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8"/>
          <p:cNvPicPr preferRelativeResize="0"/>
          <p:nvPr/>
        </p:nvPicPr>
        <p:blipFill rotWithShape="1">
          <a:blip r:embed="rId3">
            <a:alphaModFix/>
          </a:blip>
          <a:srcRect b="73516" l="0" r="2153" t="0"/>
          <a:stretch/>
        </p:blipFill>
        <p:spPr>
          <a:xfrm>
            <a:off x="13012350" y="9073825"/>
            <a:ext cx="5275650" cy="1213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8"/>
          <p:cNvPicPr preferRelativeResize="0"/>
          <p:nvPr/>
        </p:nvPicPr>
        <p:blipFill rotWithShape="1">
          <a:blip r:embed="rId4">
            <a:alphaModFix/>
          </a:blip>
          <a:srcRect b="32038" l="0" r="31848" t="0"/>
          <a:stretch/>
        </p:blipFill>
        <p:spPr>
          <a:xfrm>
            <a:off x="11170500" y="4256721"/>
            <a:ext cx="7117501" cy="60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58062" y="4645900"/>
            <a:ext cx="4479424" cy="551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55F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chivo Black"/>
              <a:buNone/>
              <a:defRPr i="0" sz="4400" u="none" cap="none" strike="noStrik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Char char="•"/>
              <a:defRPr i="0" sz="3200" u="none" cap="none" strike="noStrik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 SemiBold"/>
              <a:buChar char="–"/>
              <a:defRPr i="0" sz="2800" u="none" cap="none" strike="noStrik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Light"/>
              <a:buChar char="•"/>
              <a:defRPr i="0" sz="2400" u="none" cap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Light"/>
              <a:buChar char="–"/>
              <a:defRPr i="0" sz="2000" u="none" cap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Light"/>
              <a:buChar char="»"/>
              <a:defRPr i="0" sz="2000" u="none" cap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Light"/>
              <a:buChar char="•"/>
              <a:defRPr i="0" sz="2000" u="none" cap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Light"/>
              <a:buChar char="•"/>
              <a:defRPr i="0" sz="2000" u="none" cap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Light"/>
              <a:buChar char="•"/>
              <a:defRPr i="0" sz="2000" u="none" cap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Light"/>
              <a:buChar char="•"/>
              <a:defRPr i="0" sz="2000" u="none" cap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/>
        </p:nvSpPr>
        <p:spPr>
          <a:xfrm>
            <a:off x="1228025" y="5686700"/>
            <a:ext cx="62040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6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Instrucciones de uso</a:t>
            </a:r>
            <a:endParaRPr b="1" sz="60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59" name="Google Shape;5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1800" y="1944025"/>
            <a:ext cx="5536449" cy="222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/>
        </p:nvSpPr>
        <p:spPr>
          <a:xfrm>
            <a:off x="1096625" y="1882375"/>
            <a:ext cx="8788800" cy="59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Selecciona el menú desplegable “archivo” arriba.</a:t>
            </a:r>
            <a:endParaRPr sz="3200">
              <a:solidFill>
                <a:schemeClr val="lt1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Ve a “Hacer una copia” cambia el nombre del archivo y guardalo en tu drive.</a:t>
            </a:r>
            <a:endParaRPr sz="3200">
              <a:solidFill>
                <a:schemeClr val="lt1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NOTA: Las diapositivas y notas en color rojo te serviran de guia para crear tu presentación. Una vez que hayas terminado de personalizar tus diapositivas, eliminalas.</a:t>
            </a:r>
            <a:endParaRPr sz="3200">
              <a:solidFill>
                <a:schemeClr val="lt1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/>
        </p:nvSpPr>
        <p:spPr>
          <a:xfrm>
            <a:off x="1756200" y="5650425"/>
            <a:ext cx="7125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72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Logo</a:t>
            </a:r>
            <a:endParaRPr b="1" sz="72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/>
        </p:nvSpPr>
        <p:spPr>
          <a:xfrm>
            <a:off x="-99284" y="485196"/>
            <a:ext cx="39222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1">
              <a:solidFill>
                <a:srgbClr val="ABA8A7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75" name="Google Shape;7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400" y="3284821"/>
            <a:ext cx="6772275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25200" y="2013238"/>
            <a:ext cx="4276725" cy="526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/>
        </p:nvSpPr>
        <p:spPr>
          <a:xfrm>
            <a:off x="1318575" y="4512350"/>
            <a:ext cx="75372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72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Color y Tipografía</a:t>
            </a:r>
            <a:endParaRPr b="1" sz="72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/>
          <p:nvPr/>
        </p:nvSpPr>
        <p:spPr>
          <a:xfrm>
            <a:off x="4049866" y="2002820"/>
            <a:ext cx="1921200" cy="1921200"/>
          </a:xfrm>
          <a:prstGeom prst="ellipse">
            <a:avLst/>
          </a:prstGeom>
          <a:solidFill>
            <a:srgbClr val="3055F2"/>
          </a:solidFill>
          <a:ln>
            <a:noFill/>
          </a:ln>
        </p:spPr>
        <p:txBody>
          <a:bodyPr anchorCtr="0" anchor="ctr" bIns="204100" lIns="204100" spcFirstLastPara="1" rIns="204100" wrap="square" tIns="204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87"/>
          </a:p>
        </p:txBody>
      </p:sp>
      <p:sp>
        <p:nvSpPr>
          <p:cNvPr id="87" name="Google Shape;87;p14"/>
          <p:cNvSpPr/>
          <p:nvPr/>
        </p:nvSpPr>
        <p:spPr>
          <a:xfrm>
            <a:off x="1693737" y="2002820"/>
            <a:ext cx="1921200" cy="1921200"/>
          </a:xfrm>
          <a:prstGeom prst="ellipse">
            <a:avLst/>
          </a:prstGeom>
          <a:solidFill>
            <a:srgbClr val="3BD8F2"/>
          </a:solidFill>
          <a:ln>
            <a:noFill/>
          </a:ln>
        </p:spPr>
        <p:txBody>
          <a:bodyPr anchorCtr="0" anchor="ctr" bIns="204100" lIns="204100" spcFirstLastPara="1" rIns="204100" wrap="square" tIns="204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87"/>
          </a:p>
        </p:txBody>
      </p:sp>
      <p:sp>
        <p:nvSpPr>
          <p:cNvPr id="88" name="Google Shape;88;p14"/>
          <p:cNvSpPr txBox="1"/>
          <p:nvPr/>
        </p:nvSpPr>
        <p:spPr>
          <a:xfrm>
            <a:off x="1693737" y="4020177"/>
            <a:ext cx="192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8"/>
              <a:buFont typeface="Arial"/>
              <a:buNone/>
            </a:pPr>
            <a:r>
              <a:rPr b="1" lang="en-US" sz="205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     #</a:t>
            </a:r>
            <a:r>
              <a:rPr b="1" lang="en-US" sz="1793">
                <a:latin typeface="Google Sans"/>
                <a:ea typeface="Google Sans"/>
                <a:cs typeface="Google Sans"/>
                <a:sym typeface="Google Sans"/>
              </a:rPr>
              <a:t>3bd8f2</a:t>
            </a:r>
            <a:endParaRPr b="1" sz="1793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4049873" y="4020177"/>
            <a:ext cx="192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8"/>
              <a:buFont typeface="Arial"/>
              <a:buNone/>
            </a:pPr>
            <a:r>
              <a:rPr b="1" lang="en-US" sz="1793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#</a:t>
            </a:r>
            <a:r>
              <a:rPr b="1" lang="en-US" sz="1793">
                <a:latin typeface="Google Sans"/>
                <a:ea typeface="Google Sans"/>
                <a:cs typeface="Google Sans"/>
                <a:sym typeface="Google Sans"/>
              </a:rPr>
              <a:t>3055f2</a:t>
            </a:r>
            <a:endParaRPr b="1" sz="1793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6406010" y="2002820"/>
            <a:ext cx="1921200" cy="1921200"/>
          </a:xfrm>
          <a:prstGeom prst="ellipse">
            <a:avLst/>
          </a:prstGeom>
          <a:solidFill>
            <a:srgbClr val="3ABA24"/>
          </a:solidFill>
          <a:ln>
            <a:noFill/>
          </a:ln>
        </p:spPr>
        <p:txBody>
          <a:bodyPr anchorCtr="0" anchor="ctr" bIns="204100" lIns="204100" spcFirstLastPara="1" rIns="204100" wrap="square" tIns="204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87"/>
          </a:p>
        </p:txBody>
      </p:sp>
      <p:sp>
        <p:nvSpPr>
          <p:cNvPr id="91" name="Google Shape;91;p14"/>
          <p:cNvSpPr txBox="1"/>
          <p:nvPr/>
        </p:nvSpPr>
        <p:spPr>
          <a:xfrm>
            <a:off x="6406010" y="4020177"/>
            <a:ext cx="192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8"/>
              <a:buFont typeface="Arial"/>
              <a:buNone/>
            </a:pPr>
            <a:r>
              <a:rPr b="1" lang="en-US" sz="1793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        #</a:t>
            </a:r>
            <a:r>
              <a:rPr b="1" lang="en-US" sz="1793">
                <a:latin typeface="Google Sans"/>
                <a:ea typeface="Google Sans"/>
                <a:cs typeface="Google Sans"/>
                <a:sym typeface="Google Sans"/>
              </a:rPr>
              <a:t>3aba24</a:t>
            </a:r>
            <a:endParaRPr b="1" sz="1793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9862014" y="2038686"/>
            <a:ext cx="897000" cy="897000"/>
          </a:xfrm>
          <a:prstGeom prst="ellipse">
            <a:avLst/>
          </a:prstGeom>
          <a:solidFill>
            <a:srgbClr val="FE8600"/>
          </a:solidFill>
          <a:ln cap="flat" cmpd="sng" w="987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300" lIns="95300" spcFirstLastPara="1" rIns="95300" wrap="square" tIns="95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74"/>
          </a:p>
        </p:txBody>
      </p:sp>
      <p:sp>
        <p:nvSpPr>
          <p:cNvPr id="93" name="Google Shape;93;p14"/>
          <p:cNvSpPr/>
          <p:nvPr/>
        </p:nvSpPr>
        <p:spPr>
          <a:xfrm>
            <a:off x="8762122" y="2038686"/>
            <a:ext cx="897000" cy="897000"/>
          </a:xfrm>
          <a:prstGeom prst="ellipse">
            <a:avLst/>
          </a:prstGeom>
          <a:solidFill>
            <a:srgbClr val="FFD200"/>
          </a:solidFill>
          <a:ln cap="flat" cmpd="sng" w="987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300" lIns="95300" spcFirstLastPara="1" rIns="95300" wrap="square" tIns="95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74"/>
          </a:p>
        </p:txBody>
      </p:sp>
      <p:sp>
        <p:nvSpPr>
          <p:cNvPr id="94" name="Google Shape;94;p14"/>
          <p:cNvSpPr txBox="1"/>
          <p:nvPr/>
        </p:nvSpPr>
        <p:spPr>
          <a:xfrm>
            <a:off x="8762122" y="2980442"/>
            <a:ext cx="8970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6"/>
              <a:buFont typeface="Arial"/>
              <a:buNone/>
            </a:pPr>
            <a:r>
              <a:rPr b="1" lang="en-US" sz="837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#</a:t>
            </a:r>
            <a:r>
              <a:rPr b="1" lang="en-US" sz="837">
                <a:latin typeface="Google Sans"/>
                <a:ea typeface="Google Sans"/>
                <a:cs typeface="Google Sans"/>
                <a:sym typeface="Google Sans"/>
              </a:rPr>
              <a:t>ffd200</a:t>
            </a:r>
            <a:endParaRPr b="1" sz="837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9862017" y="2980442"/>
            <a:ext cx="8970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6"/>
              <a:buFont typeface="Arial"/>
              <a:buNone/>
            </a:pPr>
            <a:r>
              <a:rPr b="1" lang="en-US" sz="837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#</a:t>
            </a:r>
            <a:r>
              <a:rPr b="1" lang="en-US" sz="837">
                <a:latin typeface="Google Sans"/>
                <a:ea typeface="Google Sans"/>
                <a:cs typeface="Google Sans"/>
                <a:sym typeface="Google Sans"/>
              </a:rPr>
              <a:t>fe8600</a:t>
            </a:r>
            <a:endParaRPr b="1" sz="837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698093" y="5993585"/>
            <a:ext cx="7015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537"/>
              </a:spcAft>
              <a:buClr>
                <a:srgbClr val="000000"/>
              </a:buClr>
              <a:buSzPts val="2818"/>
              <a:buFont typeface="Arial"/>
              <a:buNone/>
            </a:pPr>
            <a:r>
              <a:rPr lang="en-US" sz="1537">
                <a:solidFill>
                  <a:srgbClr val="747474"/>
                </a:solidFill>
                <a:latin typeface="Google Sans"/>
                <a:ea typeface="Google Sans"/>
                <a:cs typeface="Google Sans"/>
                <a:sym typeface="Google Sans"/>
              </a:rPr>
              <a:t>Balance de color</a:t>
            </a:r>
            <a:endParaRPr sz="1537">
              <a:solidFill>
                <a:srgbClr val="747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97" name="Google Shape;97;p14"/>
          <p:cNvCxnSpPr/>
          <p:nvPr/>
        </p:nvCxnSpPr>
        <p:spPr>
          <a:xfrm>
            <a:off x="1694595" y="5865719"/>
            <a:ext cx="9521400" cy="0"/>
          </a:xfrm>
          <a:prstGeom prst="straightConnector1">
            <a:avLst/>
          </a:prstGeom>
          <a:noFill/>
          <a:ln cap="flat" cmpd="sng" w="2440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4"/>
          <p:cNvSpPr txBox="1"/>
          <p:nvPr/>
        </p:nvSpPr>
        <p:spPr>
          <a:xfrm>
            <a:off x="1698059" y="7283087"/>
            <a:ext cx="53517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8"/>
              <a:buFont typeface="Arial"/>
              <a:buNone/>
            </a:pPr>
            <a:r>
              <a:rPr b="1" lang="en-US" sz="1537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Gradiente</a:t>
            </a:r>
            <a:endParaRPr sz="1537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5982191" y="6478390"/>
            <a:ext cx="2333700" cy="673500"/>
          </a:xfrm>
          <a:prstGeom prst="roundRect">
            <a:avLst>
              <a:gd fmla="val 50000" name="adj"/>
            </a:avLst>
          </a:prstGeom>
          <a:solidFill>
            <a:srgbClr val="F8FAFF"/>
          </a:solidFill>
          <a:ln cap="flat" cmpd="sng" w="244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34250" lIns="234250" spcFirstLastPara="1" rIns="234250" wrap="square" tIns="234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87">
              <a:solidFill>
                <a:srgbClr val="595959"/>
              </a:solidFill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8431866" y="6478390"/>
            <a:ext cx="2333700" cy="673500"/>
          </a:xfrm>
          <a:prstGeom prst="roundRect">
            <a:avLst>
              <a:gd fmla="val 50000" name="adj"/>
            </a:avLst>
          </a:prstGeom>
          <a:solidFill>
            <a:srgbClr val="041F33"/>
          </a:solidFill>
          <a:ln>
            <a:noFill/>
          </a:ln>
        </p:spPr>
        <p:txBody>
          <a:bodyPr anchorCtr="0" anchor="ctr" bIns="234250" lIns="234250" spcFirstLastPara="1" rIns="234250" wrap="square" tIns="234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87">
              <a:solidFill>
                <a:srgbClr val="595959"/>
              </a:solidFill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693737" y="1257690"/>
            <a:ext cx="7015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537"/>
              </a:spcAft>
              <a:buClr>
                <a:srgbClr val="000000"/>
              </a:buClr>
              <a:buSzPts val="2818"/>
              <a:buFont typeface="Arial"/>
              <a:buNone/>
            </a:pPr>
            <a:r>
              <a:rPr lang="en-US" sz="1537">
                <a:solidFill>
                  <a:srgbClr val="747474"/>
                </a:solidFill>
                <a:latin typeface="Google Sans"/>
                <a:ea typeface="Google Sans"/>
                <a:cs typeface="Google Sans"/>
                <a:sym typeface="Google Sans"/>
              </a:rPr>
              <a:t>Paleta de Colores WCGT 2026</a:t>
            </a:r>
            <a:endParaRPr sz="1537">
              <a:solidFill>
                <a:srgbClr val="747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102" name="Google Shape;102;p14"/>
          <p:cNvCxnSpPr/>
          <p:nvPr/>
        </p:nvCxnSpPr>
        <p:spPr>
          <a:xfrm>
            <a:off x="1686926" y="1129775"/>
            <a:ext cx="9537000" cy="0"/>
          </a:xfrm>
          <a:prstGeom prst="straightConnector1">
            <a:avLst/>
          </a:prstGeom>
          <a:noFill/>
          <a:ln cap="flat" cmpd="sng" w="2440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4"/>
          <p:cNvSpPr/>
          <p:nvPr/>
        </p:nvSpPr>
        <p:spPr>
          <a:xfrm>
            <a:off x="9868615" y="3210120"/>
            <a:ext cx="897000" cy="897000"/>
          </a:xfrm>
          <a:prstGeom prst="ellipse">
            <a:avLst/>
          </a:prstGeom>
          <a:solidFill>
            <a:srgbClr val="C9372C"/>
          </a:solidFill>
          <a:ln cap="flat" cmpd="sng" w="987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300" lIns="95300" spcFirstLastPara="1" rIns="95300" wrap="square" tIns="95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74"/>
          </a:p>
        </p:txBody>
      </p:sp>
      <p:sp>
        <p:nvSpPr>
          <p:cNvPr id="104" name="Google Shape;104;p14"/>
          <p:cNvSpPr/>
          <p:nvPr/>
        </p:nvSpPr>
        <p:spPr>
          <a:xfrm>
            <a:off x="8768724" y="3210120"/>
            <a:ext cx="897000" cy="897000"/>
          </a:xfrm>
          <a:prstGeom prst="ellipse">
            <a:avLst/>
          </a:prstGeom>
          <a:solidFill>
            <a:srgbClr val="127533"/>
          </a:solidFill>
          <a:ln cap="flat" cmpd="sng" w="987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300" lIns="95300" spcFirstLastPara="1" rIns="95300" wrap="square" tIns="95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74"/>
          </a:p>
        </p:txBody>
      </p:sp>
      <p:sp>
        <p:nvSpPr>
          <p:cNvPr id="105" name="Google Shape;105;p14"/>
          <p:cNvSpPr txBox="1"/>
          <p:nvPr/>
        </p:nvSpPr>
        <p:spPr>
          <a:xfrm>
            <a:off x="8768724" y="4151877"/>
            <a:ext cx="8970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6"/>
              <a:buFont typeface="Arial"/>
              <a:buNone/>
            </a:pPr>
            <a:r>
              <a:rPr b="1" lang="en-US" sz="837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#</a:t>
            </a:r>
            <a:r>
              <a:rPr b="1" lang="en-US" sz="837">
                <a:latin typeface="Google Sans"/>
                <a:ea typeface="Google Sans"/>
                <a:cs typeface="Google Sans"/>
                <a:sym typeface="Google Sans"/>
              </a:rPr>
              <a:t>127533</a:t>
            </a:r>
            <a:endParaRPr b="1" sz="837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9868619" y="4151877"/>
            <a:ext cx="8970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6"/>
              <a:buFont typeface="Arial"/>
              <a:buNone/>
            </a:pPr>
            <a:r>
              <a:rPr b="1" lang="en-US" sz="837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#</a:t>
            </a:r>
            <a:r>
              <a:rPr b="1" lang="en-US" sz="837">
                <a:latin typeface="Google Sans"/>
                <a:ea typeface="Google Sans"/>
                <a:cs typeface="Google Sans"/>
                <a:sym typeface="Google Sans"/>
              </a:rPr>
              <a:t>c9372c</a:t>
            </a:r>
            <a:endParaRPr b="1" sz="837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1686929" y="6499617"/>
            <a:ext cx="4056000" cy="6735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3055F2"/>
              </a:gs>
              <a:gs pos="100000">
                <a:srgbClr val="3BD8F2"/>
              </a:gs>
            </a:gsLst>
            <a:lin ang="0" scaled="0"/>
          </a:gradFill>
          <a:ln>
            <a:noFill/>
          </a:ln>
        </p:spPr>
        <p:txBody>
          <a:bodyPr anchorCtr="0" anchor="ctr" bIns="234250" lIns="234250" spcFirstLastPara="1" rIns="234250" wrap="square" tIns="234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87">
              <a:solidFill>
                <a:srgbClr val="595959"/>
              </a:solidFill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8638062" y="7283077"/>
            <a:ext cx="192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8"/>
              <a:buFont typeface="Arial"/>
              <a:buNone/>
            </a:pPr>
            <a:r>
              <a:rPr b="1" lang="en-US" sz="1793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        #</a:t>
            </a:r>
            <a:r>
              <a:rPr b="1" lang="en-US" sz="1793">
                <a:latin typeface="Google Sans"/>
                <a:ea typeface="Google Sans"/>
                <a:cs typeface="Google Sans"/>
                <a:sym typeface="Google Sans"/>
              </a:rPr>
              <a:t>041f33</a:t>
            </a:r>
            <a:endParaRPr b="1" sz="1793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405994" y="7283077"/>
            <a:ext cx="192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8"/>
              <a:buFont typeface="Arial"/>
              <a:buNone/>
            </a:pPr>
            <a:r>
              <a:rPr b="1" lang="en-US" sz="1793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        #</a:t>
            </a:r>
            <a:r>
              <a:rPr b="1" lang="en-US" sz="1793">
                <a:latin typeface="Google Sans"/>
                <a:ea typeface="Google Sans"/>
                <a:cs typeface="Google Sans"/>
                <a:sym typeface="Google Sans"/>
              </a:rPr>
              <a:t>f8faff</a:t>
            </a:r>
            <a:endParaRPr b="1" sz="1793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0" name="Google Shape;11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07047" y="1212241"/>
            <a:ext cx="4922176" cy="606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/>
        </p:nvSpPr>
        <p:spPr>
          <a:xfrm>
            <a:off x="533400" y="2364885"/>
            <a:ext cx="35766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8"/>
              <a:buFont typeface="Arial"/>
              <a:buNone/>
            </a:pPr>
            <a:r>
              <a:t/>
            </a:r>
            <a:endParaRPr sz="1408">
              <a:solidFill>
                <a:srgbClr val="747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-99284" y="485196"/>
            <a:ext cx="39222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1">
              <a:solidFill>
                <a:srgbClr val="ABA8A7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3767100" y="2211675"/>
            <a:ext cx="10753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Noto Sans</a:t>
            </a:r>
            <a:endParaRPr sz="72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3767100" y="4439450"/>
            <a:ext cx="10753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Archivo</a:t>
            </a:r>
            <a:endParaRPr sz="4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3822925" y="5242250"/>
            <a:ext cx="1075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Seminegrita - </a:t>
            </a:r>
            <a:r>
              <a:rPr lang="en-US" sz="3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Normal</a:t>
            </a:r>
            <a:r>
              <a:rPr lang="en-US" sz="36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 - </a:t>
            </a:r>
            <a:r>
              <a:rPr lang="en-US" sz="3600">
                <a:solidFill>
                  <a:schemeClr val="dk1"/>
                </a:solidFill>
                <a:latin typeface="Archivo ExtraLight"/>
                <a:ea typeface="Archivo ExtraLight"/>
                <a:cs typeface="Archivo ExtraLight"/>
                <a:sym typeface="Archivo ExtraLight"/>
              </a:rPr>
              <a:t>Muy Clara</a:t>
            </a:r>
            <a:endParaRPr>
              <a:latin typeface="Archivo ExtraLight"/>
              <a:ea typeface="Archivo ExtraLight"/>
              <a:cs typeface="Archivo ExtraLight"/>
              <a:sym typeface="Archivo ExtraLight"/>
            </a:endParaRPr>
          </a:p>
        </p:txBody>
      </p:sp>
      <p:cxnSp>
        <p:nvCxnSpPr>
          <p:cNvPr id="120" name="Google Shape;120;p15"/>
          <p:cNvCxnSpPr/>
          <p:nvPr/>
        </p:nvCxnSpPr>
        <p:spPr>
          <a:xfrm>
            <a:off x="3523442" y="3839363"/>
            <a:ext cx="10865100" cy="0"/>
          </a:xfrm>
          <a:prstGeom prst="straightConnector1">
            <a:avLst/>
          </a:prstGeom>
          <a:noFill/>
          <a:ln cap="flat" cmpd="sng" w="191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15"/>
          <p:cNvSpPr txBox="1"/>
          <p:nvPr/>
        </p:nvSpPr>
        <p:spPr>
          <a:xfrm>
            <a:off x="3523444" y="3627828"/>
            <a:ext cx="5506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7"/>
              </a:spcAft>
              <a:buClr>
                <a:srgbClr val="000000"/>
              </a:buClr>
              <a:buSzPts val="2212"/>
              <a:buFont typeface="Arial"/>
              <a:buNone/>
            </a:pPr>
            <a:r>
              <a:rPr lang="en-US" sz="1207">
                <a:solidFill>
                  <a:srgbClr val="747474"/>
                </a:solidFill>
                <a:latin typeface="Google Sans"/>
                <a:ea typeface="Google Sans"/>
                <a:cs typeface="Google Sans"/>
                <a:sym typeface="Google Sans"/>
              </a:rPr>
              <a:t>Titulos</a:t>
            </a:r>
            <a:endParaRPr sz="1207">
              <a:solidFill>
                <a:srgbClr val="747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3599644" y="6041003"/>
            <a:ext cx="5506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7"/>
              </a:spcAft>
              <a:buClr>
                <a:srgbClr val="000000"/>
              </a:buClr>
              <a:buSzPts val="2212"/>
              <a:buFont typeface="Arial"/>
              <a:buNone/>
            </a:pPr>
            <a:r>
              <a:rPr lang="en-US" sz="1207">
                <a:solidFill>
                  <a:srgbClr val="747474"/>
                </a:solidFill>
                <a:latin typeface="Google Sans"/>
                <a:ea typeface="Google Sans"/>
                <a:cs typeface="Google Sans"/>
                <a:sym typeface="Google Sans"/>
              </a:rPr>
              <a:t>Parrafos</a:t>
            </a:r>
            <a:endParaRPr sz="1207">
              <a:solidFill>
                <a:srgbClr val="747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123" name="Google Shape;123;p15"/>
          <p:cNvCxnSpPr/>
          <p:nvPr/>
        </p:nvCxnSpPr>
        <p:spPr>
          <a:xfrm>
            <a:off x="3599642" y="6277763"/>
            <a:ext cx="10865100" cy="0"/>
          </a:xfrm>
          <a:prstGeom prst="straightConnector1">
            <a:avLst/>
          </a:prstGeom>
          <a:noFill/>
          <a:ln cap="flat" cmpd="sng" w="191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title"/>
          </p:nvPr>
        </p:nvSpPr>
        <p:spPr>
          <a:xfrm>
            <a:off x="742700" y="319225"/>
            <a:ext cx="9915000" cy="1874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/>
          <p:nvPr>
            <p:ph idx="2" type="pic"/>
          </p:nvPr>
        </p:nvSpPr>
        <p:spPr>
          <a:xfrm>
            <a:off x="10203000" y="1072800"/>
            <a:ext cx="7407000" cy="8141400"/>
          </a:xfrm>
          <a:prstGeom prst="roundRect">
            <a:avLst>
              <a:gd fmla="val 16667" name="adj"/>
            </a:avLst>
          </a:prstGeom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